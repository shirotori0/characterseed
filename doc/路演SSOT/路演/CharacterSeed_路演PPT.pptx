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28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005840"/>
            <a:ext cx="2743200" cy="13716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37160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CharacterSeed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让你喜欢的角色，真正有自己的生活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017520"/>
            <a:ext cx="1828800" cy="13716"/>
          </a:xfrm>
          <a:prstGeom prst="rect">
            <a:avLst/>
          </a:prstGeom>
          <a:solidFill>
            <a:srgbClr val="5A5E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82880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CharacterSeed 团队  ·  复赛路演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你心里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是不是也有一个角色？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某个IP里你最爱的角色——</a:t>
            </a:r>
            <a:endParaRPr lang="en-US" sz="1800" dirty="0"/>
          </a:p>
          <a:p>
            <a:pPr marL="0" indent="0" algn="l">
              <a:buNone/>
            </a:pPr>
            <a:r>
              <a:rPr lang="en-US" sz="2200" i="1" dirty="0">
                <a:solidFill>
                  <a:srgbClr val="E8C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TA在你不在的时候，在做什么？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6150686-3455-840E-4E5A-867ABFA4C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935" y="14606"/>
            <a:ext cx="2454592" cy="16624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032654A-69D6-8A02-EEF5-2CADD8BF4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483" y="1703478"/>
            <a:ext cx="2492044" cy="176298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593C2C8-4DD0-9695-EDE2-359A2B8AE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1" y="3487260"/>
            <a:ext cx="2796706" cy="1576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36576" cy="36576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 业 现 状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AI角色已是一个千万级用户的赛道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2000万+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Character.AI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 MAU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星野·猫箱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Kimi 同量级的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应用流量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次日留存 #1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猫箱次日留存率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超越所有学习类AI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solidFill>
            <a:srgbClr val="2528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市场已经验证：用户愿意为 AI 角色付费，愿意每天回来。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但用户的信任很脆弱——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C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一次"记不住"、一次"人设崩塌"，就足以让他们永远离开。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数据来源：36氪、AI产品榜、月狐数据 2024-2025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36576" cy="36576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户 心 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用户最核心的抱怨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2377440"/>
          </a:xfrm>
          <a:prstGeom prst="rect">
            <a:avLst/>
          </a:prstGeom>
          <a:solidFill>
            <a:srgbClr val="2528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51760" cy="32004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"他就像个一日情人一样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记不住我们以前聊过的话题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让我很容易失望"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知乎用户 · 评价星野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2651760" cy="2377440"/>
          </a:xfrm>
          <a:prstGeom prst="rect">
            <a:avLst/>
          </a:prstGeom>
          <a:solidFill>
            <a:srgbClr val="2528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2651760" cy="3200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5661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66160" y="2103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"我那个冷淡心有灵犀的AI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变成了用舌头狂甩我嘴唇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的登徒子……回不去了"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知乎用户 · 评价星野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2651760" cy="2377440"/>
          </a:xfrm>
          <a:prstGeom prst="rect">
            <a:avLst/>
          </a:prstGeom>
          <a:solidFill>
            <a:srgbClr val="2528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309360" y="1554480"/>
            <a:ext cx="2651760" cy="32004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92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92240" y="2103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"现在的模型基本上是短句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亲密回避，比以前更抗拒了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说好的陪伴呢？"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百度贴吧 · 星野吧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核心问题：记不住 · 人设崩塌 · 没有自己的故事 · 永远在等你开口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36576" cy="36576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 们 的 答 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B8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不是 AI 情人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像星野、猫箱那样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专注亲密互动与乙游玩法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B8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不是 聊天平台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 Character.AI 那样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多角色多世界观对话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13716" cy="2560320"/>
          </a:xfrm>
          <a:prstGeom prst="rect">
            <a:avLst/>
          </a:prstGeom>
          <a:solidFill>
            <a:srgbClr val="5A5E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让你喜欢的角色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真正有自己的生活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632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世界可触摸 · 记忆被珍藏 · 人格会演化 · 每一天都有新故事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solidFill>
            <a:srgbClr val="2528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CharacterSeed = 数字角色的「生活托管平台」—— 不是陪你聊天，是让 TA 活着。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36576" cy="36576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 品 演 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亲眼看见一个角色的生活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1554480"/>
            <a:ext cx="6400800" cy="2560320"/>
          </a:xfrm>
          <a:prstGeom prst="rect">
            <a:avLst/>
          </a:prstGeom>
          <a:solidFill>
            <a:srgbClr val="252840"/>
          </a:solidFill>
          <a:ln w="12700">
            <a:solidFill>
              <a:srgbClr val="5A5E7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演示视频播放区域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4251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一句话创建角色 → 世界 + 场景 + 目标 + Day1 日程自动生成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角色有自己的行事历，每个事件由人格驱动决策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一天结束后，系统观察经历 → 人格演化 → 生成次日剧情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pic>
        <p:nvPicPr>
          <p:cNvPr id="10" name="c2dba1fb28565f887d8f5f67938c68da">
            <a:hlinkClick r:id="" action="ppaction://media"/>
            <a:extLst>
              <a:ext uri="{FF2B5EF4-FFF2-40B4-BE49-F238E27FC236}">
                <a16:creationId xmlns:a16="http://schemas.microsoft.com/office/drawing/2014/main" id="{E846C8D3-1102-190D-8AB7-D1095414D3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1547" y="-322176"/>
            <a:ext cx="8405446" cy="47280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36576" cy="36576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 术 壁 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四层认知架构：让角色拥有「自我」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920240" cy="2286000"/>
          </a:xfrm>
          <a:prstGeom prst="rect">
            <a:avLst/>
          </a:prstGeom>
          <a:solidFill>
            <a:srgbClr val="2528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920240" cy="32004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🌍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世界层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System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具象的场景树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角色知道自己站在哪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1645920"/>
            <a:ext cx="1920240" cy="2286000"/>
          </a:xfrm>
          <a:prstGeom prst="rect">
            <a:avLst/>
          </a:prstGeom>
          <a:solidFill>
            <a:srgbClr val="2528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651760" y="1645920"/>
            <a:ext cx="1920240" cy="32004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6517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78892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8892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8892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长期目标→短期目标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角色知道自己想要什么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645920"/>
            <a:ext cx="1920240" cy="2286000"/>
          </a:xfrm>
          <a:prstGeom prst="rect">
            <a:avLst/>
          </a:prstGeom>
          <a:solidFill>
            <a:srgbClr val="2528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1920240" cy="3200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8463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98348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记忆层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时间驱动的记忆编排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重要的永远不会忘记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1645920"/>
            <a:ext cx="1920240" cy="2286000"/>
          </a:xfrm>
          <a:prstGeom prst="rect">
            <a:avLst/>
          </a:prstGeom>
          <a:solidFill>
            <a:srgbClr val="2528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040880" y="1645920"/>
            <a:ext cx="1920240" cy="32004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04088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💎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717804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人格层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7804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7804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六维动态人格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经历改变性格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solidFill>
            <a:srgbClr val="2528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C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不是单一 LLM 能实现 —— 需要 Director（决策）+ Actor（表达）+ Growth（成长）三模型协同。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C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这不是加功能就能追平的。这是底层架构的差异。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36576" cy="36576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 品 格 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我们在什么位置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7315200" cy="2880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星野 / 猫箱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Character.AI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CharacterSeed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核心定位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AI情人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亲密互动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多角色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对话平台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C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角色生活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C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托管平台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记忆系统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上下文窗口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容易遗忘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上下文窗口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容易遗忘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C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时间驱动编排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C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重要性分级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人格稳定性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易OOC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人设崩塌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文本设定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静态不变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C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六维动态人格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C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经历驱动演化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角色自主性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被动等待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用户驱动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被动等待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用户驱动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C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日程+目标+事件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C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角色主动生活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世界感知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C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场景树+因果链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C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世界可演化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架构壁垒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单一LLM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可复制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单一LLM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可复制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C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三LLM协同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C8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架构级壁垒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5E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36576" cy="36576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 业 模 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三层变现：均摊付费点，专注高级能力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651760" cy="2743200"/>
          </a:xfrm>
          <a:prstGeom prst="rect">
            <a:avLst/>
          </a:prstGeom>
          <a:solidFill>
            <a:srgbClr val="252840"/>
          </a:solidFill>
          <a:ln w="12700">
            <a:solidFill>
              <a:srgbClr val="2528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2651760" cy="32004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基础会员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¥12 / 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解锁角色生命时长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同时运行多角色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对话不限量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更大记忆规模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645920"/>
            <a:ext cx="2651760" cy="2743200"/>
          </a:xfrm>
          <a:prstGeom prst="rect">
            <a:avLst/>
          </a:prstGeom>
          <a:solidFill>
            <a:srgbClr val="252A1A"/>
          </a:solidFill>
          <a:ln w="127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291840" y="1645920"/>
            <a:ext cx="2651760" cy="3200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47472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积分解锁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充值积分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角色珍藏留影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特殊心声解锁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角色语音互动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会员每月积分定额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2651760" cy="2743200"/>
          </a:xfrm>
          <a:prstGeom prst="rect">
            <a:avLst/>
          </a:prstGeom>
          <a:solidFill>
            <a:srgbClr val="252840"/>
          </a:solidFill>
          <a:ln w="12700">
            <a:solidFill>
              <a:srgbClr val="2528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217920" y="1645920"/>
            <a:ext cx="2651760" cy="32004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0080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高级能力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积分消费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角色间相遇事件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延长交互上限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解除行为限制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世界深度探索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不同于星野的「处处收费」——我们均摊三类付费点，让用户只需要为深度体验付费，基础生活永远免费。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13716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371600" y="1005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我们的愿景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C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让每一个 IP 角色都拥有自己的生命。
</a:t>
            </a:r>
            <a:endParaRPr lang="en-US" sz="1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让每一个热爱角色的人，
</a:t>
            </a:r>
            <a:endParaRPr lang="en-US" sz="1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都能看见 TA 独自生活的样子。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474720"/>
            <a:ext cx="6400800" cy="13716"/>
          </a:xfrm>
          <a:prstGeom prst="rect">
            <a:avLst/>
          </a:prstGeom>
          <a:solidFill>
            <a:srgbClr val="5A5E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v1.6 场景感知叙事 ✅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公开测试 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创作者社区 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角色生态平台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188720"/>
            <a:ext cx="2743200" cy="13716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37160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CharacterSeed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让你喜欢的角色，真正有自己的生活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3017520"/>
            <a:ext cx="1828800" cy="13716"/>
          </a:xfrm>
          <a:prstGeom prst="rect">
            <a:avLst/>
          </a:prstGeom>
          <a:solidFill>
            <a:srgbClr val="5A5E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82880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谢谢聆听  ·  期待您的提问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github.com/Shirotori0/CharacterSeed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444</Words>
  <Application>Microsoft Office PowerPoint</Application>
  <PresentationFormat>全屏显示(16:9)</PresentationFormat>
  <Paragraphs>183</Paragraphs>
  <Slides>11</Slides>
  <Notes>11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CharacterSeed - 让你喜欢的角色真正有自己的生活</dc:title>
  <dc:subject>PptxGenJS Presentation</dc:subject>
  <dc:creator>CharacterSeed Team</dc:creator>
  <cp:lastModifiedBy>1912158788@qq.com</cp:lastModifiedBy>
  <cp:revision>2</cp:revision>
  <dcterms:created xsi:type="dcterms:W3CDTF">2026-06-24T19:49:48Z</dcterms:created>
  <dcterms:modified xsi:type="dcterms:W3CDTF">2026-06-25T04:03:00Z</dcterms:modified>
</cp:coreProperties>
</file>